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4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AI 家庭智能体三阶段路径深度调研报告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80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先数字、再连接、后物理：类 WorkBuddy 家庭管家的三阶段演进路径研究（2024–2026）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6692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日期：2026-07-25    |    系列发布 · 第 5 篇（活跃发布序列）    |    5 章 · 80+ 权威来源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研究背景与核心结论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700"/>
              </a:spcAft>
            </a:pPr>
            <a:r>
              <a:rPr sz="17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家庭 AI 智能体从「会对话」走向「能调度、可执行、最终具身」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以《三阶段路径》原创框架为锚点，叠加 2024–2026 权威来源验证/修正/扩展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三点预告：①成熟度呈「已商用/加速/前瞻」梯度 ②路径由技术错配+信任梯度+数据飞轮决定 ③连接碎片化/隐私/莫拉维克悖论为共性瓶颈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三阶段演进主线：先数字、再连接、后物理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700"/>
              </a:spcAft>
            </a:pPr>
            <a:r>
              <a:rPr sz="17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阶段一·软件切入：纯软件 Agent 建立「决策中枢」与数据飞轮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阶段二·连接中枢：家庭 AI 服务器打通 Matter / 边缘算力 / 数字孪生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阶段三·具身进家庭：沿 3A→3B→3C 渐进引入具身智能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终局：分离式具身智能（大脑在服务器、手脚可插拔）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阶段一：软件切入的 AI 数字管家（已商用）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700"/>
              </a:spcAft>
            </a:pPr>
            <a:r>
              <a:rPr sz="17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四块数字能力：家庭知识管理 / 消费采购代理 / 教育健康顾问 / 跨平台日程协调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验证：Alexa+(记忆PDF·自主比价)、Gemini for Home、美的「小美AI」(1.259亿设备)、华为「小艺管家」、米家(9.05亿设备)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资产是「信任与数据飞轮」，瓶颈是信任难建、隐私顾虑、无法触达物理层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阶段二：家庭 AI 服务器中枢（加速成型）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700"/>
              </a:spcAft>
            </a:pPr>
            <a:r>
              <a:rPr sz="17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数字孪生为物理闭环底座（NIST IEEE 1451 双向信息交换框架）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三层基建：算力(7B端侧模型 Miloco) / 连接(Matter 1.4/1.5) / 记忆(本地向量库)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感知-决策-执行闭环落地：毫米波跌倒检测、美的六大Agent、华为X2 Pro全本地化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核心矛盾：连接标准化 vs 海量存量非智能家电碎片化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阶段三：具身智能进家庭（前瞻）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700"/>
              </a:spcAft>
            </a:pPr>
            <a:r>
              <a:rPr sz="17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分离式架构：3A功能级具身 → 3B分布式躯体 → 3C通用具身管家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路径雏形：Figure 03(Helix VLA·灵巧手)、π0 流匹配叠衣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冷峻数据：真实家庭 1000 项家务成功率仅 12.4%（斯坦福 2026 AI 指数）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核心障碍：莫拉维克悖论 + Sim-to-Real 鸿沟（affordance 理解）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演进底层逻辑：三条结构性约束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700"/>
              </a:spcAft>
            </a:pPr>
            <a:r>
              <a:rPr sz="17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一、技术成熟度错配：LLM/智能体已规模应用；IoT成熟中；通用机器人仍早期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二、信任梯度不可逆：先交日程 → 再交家门 → 最后机器人在场，无法跳跃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三、数据飞轮逐层闭环：偏好数据 → 环境数据 → 物理交互数据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结论：跳阶既不经济也不可行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三阶段跃迁的关键瓶颈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700"/>
              </a:spcAft>
            </a:pPr>
            <a:r>
              <a:rPr sz="17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一→二：连接协议碎片化 + 隐私恐惧 → 破局：Matter/Thread、视觉反馈控制、端侧计算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二→三：莫拉维克悖论 + 非标环境 → 破局：数字孪生、Sim-to-Real、轮式+单臂切入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终局形态：分离式具身智能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700"/>
              </a:spcAft>
            </a:pPr>
            <a:r>
              <a:rPr sz="17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三层分离：大脑(本地服务器) / 神经(全屋传感IoT) / 手脚(具身机器人)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即插即用：本体损而智能不灭，新机器人下载「家庭记忆+数字孪生地图」即可具身化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已现雏形：FOFOCA 四层开源架构、Kairos-Homeworld 30万套户型数字孪生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商业落地规律：无形管家先行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700"/>
              </a:spcAft>
            </a:pPr>
            <a:r>
              <a:rPr sz="17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两派：软件先行派(Amazon/Google「智能优先」) vs 具身押注派(Tesla/Figure/宇树)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分离式架构让两派殊途同归：大脑有黏性、躯体商品化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落地路径「先经工业、家庭在后」，家庭机器人率先以 RaaS 订阅落地、约5年进家庭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关键数据速览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700"/>
              </a:spcAft>
            </a:pPr>
            <a:r>
              <a:rPr sz="17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AI Agent 软件市场：2025 约 78.4 亿美元 → 2030 约 526.2 亿美元（CAGR 46.3%）[MarketsandMarkets]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Matter 认证产品：2023底~1500 → 2025底&gt;6500 款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边缘 AI 处理器：2025 约 68.4 亿美元，NPU 占比约 44%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真实家庭家务成功率：仅 12.4%（仿真 89.4%）[斯坦福 2026 AI 指数]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小米 MiMo-VL-Miloco-7B（7B 端侧多模态）；米家连接设备 9.05 亿台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结论与研判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700"/>
              </a:spcAft>
            </a:pPr>
            <a:r>
              <a:rPr sz="17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「先数字、再连接、后物理」是当前唯一经济可行顺序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三条约束 + 共性瓶颈（碎片化/隐私/莫拉维克悖论）贯穿始终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终局是分离式具身智能，遵循「无形管家先行、有形躯体随后」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系列：共 9 篇（8 篇活跃发布 + 1 篇仅沉淀）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