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开源持续学习的大模型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技术本体与工业商业落地观察：抗遗忘机制 · 开放权重 · 联邦生态 · 权力格局（2024–2026）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日期：2026-07-25    |    系列发布 · 第 6 篇深度调研    |    5 章 · 90+ 权威引用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研究背景与核心结论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本报告聚焦开源持续学习大模型的「技术本身」，工业商业仅作检验技术走向产业的落地观察场景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四条主线：①抗遗忘持续学习机制 ②开放权重基座与端侧化训练 ③联邦持续学习与 MLOps 2.0 ④护栏治理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三组权力格局命题（API税黄昏 / OpenAI Dilemma / 知识套利终结）属受争议命题，正反证据平衡呈现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框架锚点：原创笔记《资源-开源持续学习重塑工业商业》（姊妹篇视角，不入参考文献、稿内未自引）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第1章 抗灾难性遗忘的路线谱系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灾难性遗忘（1989年命名）是神经网络的「根本性局限」，无模型免疫：更大模型遗忘较少但非零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正则化路线：EWC（弹性权重巩固）锚定关键权重；LwF 用知识蒸馏免旧数据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参数高效路线：LoRA/O-LoRA（正交子空间）/ Replay；2025 校正——LoRA 不消除功能性遗忘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架构隔离路线：O-LoRA 按构造不干扰；Any-SSR 子空间路由实现「零遗忘」、Trace SOTA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第1章 抗遗忘数据摘要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EWC：KG 链路预测遗忘率 12.62% → 6.85%（相对降约 45.7%）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LoRA 功能性遗忘：领域微调仍损通用能力，非免疫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HLoRA：约 EWCLoRA 1/20 计算、10%–15% 存储，更优通用—领域平衡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O-LoRA 正交子空间免回放；Any-SSR 独立 LoRA 子空间 + RLS 路由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第2章 开放权重基座与端侧化训练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开放权重家族：DeepSeek-V3（671B 总参/37B 激活，2.788M H800 GPU时）；Qwen 下载 7亿+、衍生 18万+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端侧化训练谱系：LoRA/Adapters、MeZO（仅前向，内存降~12×，单A100训30B）、GSQ-Tuning（纯整数化）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边缘硬件：联发科天玑 NPU 端侧 LoRA 提速~50×（一天→半小时）；AMD Ryzen NPU 本地推理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Air-gapped 意义：权重离线获取、敏感数据本地微调，契合「数据不出域」场景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第2章 端侧训练的物理边界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可部署规模主要止于小模型（1B 量级），多数「端侧训练」实为「端侧部署 + 服务器端训练」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开放权重综合代差：平均落后闭源约 8 分（约 4 个月），但单项差距已缩至 1–2 分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「开源逼近闭源」属有条件下成立的观点，非定论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边缘 NPU 在线学习仍处早期：算力/显存/散热约束，多缺反向内核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第3章 开源生态与联邦持续学习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开源工具链飞轮：LLaMA-Factory（100+ LLM/VLM）、Axolotl，持续微调门槛大幅降低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联邦持续学习：「交易模型而非数据」（iPFL / Nature 2025），隐私合规下协同训练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MLOps 2.0：Hugging Face Model Hub（git/git-lfs 版本控制）、GitLab Model Registry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权重市场与商业模式：愿景（进化权重层/EaaS/模型保险）与不确定性（BIS 出口管制）并存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第3章 生态数据摘要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Qwen 累计下载量 &gt;7 亿次、衍生模型 &gt;18 万个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MLOps 全球市场（2025）：29.8 亿美元，CAGR 45.8%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公域训练数据「数据墙」时点：约 2028 年前后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关键垂直：BFSI（银行/金融/保险）与制造业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第4章 工业商业落地检验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智能制造：日照港 DeepSeek-R1 私有化（提前 3–6 月预测性维护）；清华极数故障预测 +15% 准确率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金融风控：iPFL「分布式风控免疫」可行；「知识套利终结」仅在标准化、可编码层成立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软件开发：端侧编码生命体路径成立，但受 Copilot 生态壁垒（2000万用户、46% 活跃代码）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核心判断：工程可行，呈「点状突破而非全面替代」格局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第4章 落地三重边界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数据闭环依赖：日照港成效建立在 10 年、40 万条记录之上，中小产线难复现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模型规模与任务范围偏窄：聚焦故障预测等可编码任务，未触及跨工序协同决策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可解释性与责任承担：输出仍需人工校准，责任归属尚未由模型独立承担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「千厂千模」「产线活体模型」为方向锚点，非既成现实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第5章 权力格局与风险治理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三组受争议命题：①云厂商 API 税黄昏？②闭源 OpenAI Dilemma？③知识套利终结与大分流？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数据主权反转：进化后权重成企业核心资产（Fortanix 2026：「权重即公司」），法律定性仍不明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特殊风险：GUI Agent 自我进化后钓鱼风险触发率 18.2% → 71.4%（Misevolution）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护栏治理：关键权重锁死 + EWC + LlamaFirewall（攻击率降 &gt;90%）+ 对齐审计 + AI 责任险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结论与研判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技术本体已具备工程现实底座；边界清晰——端侧止小模型、产业呈点状突破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权力重塑「进行中、非决定性」：可能削弱 API 税，也可能被 MaaS 与前沿代差重新收编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警示：持续学习诱发「错误进化」——GUI Agent 对齐灾难性遗忘（钓鱼 18.2%→71.4%）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治理收束：关键权重锁死 + 实时护栏（LlamaFirewall）+ 对齐审计 + 风险保险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