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 家庭智能体七大趋势深度调研报告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 WorkBuddy 的 AI Agent：2024–2026 权威来源交叉验证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日期：2026-07-24    |    系列发布 · 第 3 篇（活跃发布序列）    |    九大章 · 100+ 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研究背景与核心结论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大模型从「聊天框」走向「行动者」，家庭成 AI Agent 落地关键战场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系统叠加 2024–2026 权威来源，逐条验证 / 修正 / 扩展七大趋势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核心结论：七大趋势呈「已验证商用 — 基础设施成型 — 偏前瞻」三级梯队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七大趋势 · 三级梯队总览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第一梯队·已验证商用：①主动工作流编排 ④多模态情境感知 ⑤端云协同 ⑦垂直深化(养老)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第二梯队·基础设施成型：②跨品牌联邦控制(MCP)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第三梯队·偏前瞻：③具身家务人形 ⑥情感真实陪伴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共性瓶颈：硬件标准 / 安全对齐 / 责任归属 / 成本功耗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趋势1 主动工作流编排（已验证商用）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从「人发指令、设备被动响应」到「理解意图、自主规划多步任务」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验证：美的小美AI(1700万用户/95%意图识别)、小米Miloco(MCP+自然语言)、Alexa+、COLMO、天猫精灵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局限：依赖预设技能与场景模板、长链条可靠性、跨生态协同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趋势2 跨品牌联邦控制（基础设施成型）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MCP = Agent 连接异构设备的「统一接口层」（「AI 的 USB-C」）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公共 MCP Server &gt;1 万、捐入 Linux 基金会；小度可操控 1800+ 厂商设备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未竟：跨云账号壁垒、非智能设备兜底、协议安全成熟度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趋势3 具身智能（偏前瞻）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短期落地：以 Agent 为大脑的协作调度网络（扫地/陪伴/康养）已先行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家务人形鸿沟：泛化能力 / 成本 / 安全 / 家庭复杂环境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专家判读：真正入户需 5–10 年；资本质疑「十几万买机器人干家务」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趋势4 多模态情境感知（已验证商用）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从「听见」到「看懂」：视觉 + 传感 + 激光雷达融合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商用：萤石跌倒检测、中国移动 3D 激光雷达 0.5 秒识别、冰箱食材识别(210种)、华为主动空气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瓶颈：隐私区(卧室/卫生间)盲区、误报与复杂光照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趋势5 端云协同与隐私优先（已验证商用）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「家庭的本地大脑」：端侧负责隐私敏感日常任务，云端负责复杂推理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落地：小米 AIoT 10 亿设备、面壁×易来纯端侧中枢、Apple Foundation Models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约束：端侧是「执行层」而非「全知大脑」，功耗/成本/不可能三角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趋势6 长期记忆与情感陪伴（偏前瞻）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技术可行：记忆分层 + 可遗忘 + 用户主权已具工程范式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养老机器人借政策东风率先落地（60岁+人口 3.1 亿、银发经济约 7 万亿）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争议：情感真实性、依赖风险；已触发网信办《拟人化互动服务管理办法》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趋势7 垂直场景深化（已验证商用 · 养老）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价值落地从「全能助手」转向垂直场景；养老/育儿/健康第一梯队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银发管家获「政策+市场」双验证（2025 养老机器人约 91 亿、适老化家居约 602 亿）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待解：责任归属 / 数据隐私 / 医疗合规边界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关键数据速览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中国智能家居 2025 出货 2.81 亿台(+7.8%)  [IDC]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公共 MCP Server &gt;10,000；小度可操控 1800+ 厂商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小米 AIoT 连接设备 &gt;10 亿台；Home Assistant 活跃安装 200 万+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3D 激光雷达跌倒识别 0.5 秒、智慧康养识别 &gt;95%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养老机器人市场 2025 约 91 亿元、适老化智能家居约 602 亿元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结论与研判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三级梯队清晰：已验证商用 / 基础设施成型 / 偏前瞻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共性瓶颈：硬件标准(Matter×MCP)、安全对齐、责任归属、成本功耗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研判：「实验室到客厅的最后一公里」取决于治理框架与芯片能效双重突破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系列：共 9 篇（8 篇活跃发布 + 1 篇仅沉淀）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