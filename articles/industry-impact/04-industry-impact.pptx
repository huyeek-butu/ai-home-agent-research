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AI 家庭智能体对工商业的影响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从入口易主到产业重构与投资图谱（2024–2026）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日期：2026-07-25    |    系列发布 · 第 4 篇深度调研    |    5 章 · 91 条权威来源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研究背景与核心结论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家庭 Agent 从「被动语音助手」升级为「家庭消费决策中枢」，决策权从人向 Agent 迁移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以原创笔记《产业与投资图谱》为锚点，叠加 2024–2026 权威来源验证 / 修正 / 扩展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三点核心发现：①入口设备与交易协议已密集落地 ②广告未崩塌，而是 B2A 结构迁移 ③利润池向「入口层+订阅层」迁移，确定性呈金字塔分层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核心框架：入口收租、利润上移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移动互联网「入口收租」逻辑复刻：租金形态由广告转为交易佣金+订阅费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价值重分配最大发生在「入口」：家电/安防/能源/地产/保险/医疗养老/教育七类存量被系统性「能力化」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增量侧凭空创造七类新赛道；投资上「节奏比方向更重要」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第1章：入口易主与 Agentic Commerce 崛起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入口设备批量落地：Alexa+、Gemini for Home、小米 Miloco、华为鸿蒙智家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电商从「人找货」转向「Agent 找货」：MCP / AP2 / UCP 协议就位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广告非最大输家，而是 B2A 结构迁移（2025 全球广告 +7.7% 破万亿）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运营商「意外受益」：FTTR / Wi-Fi 7 刚需，融合套餐 ARPU 升 30%+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第2章：存量重构（一）家电 / 安防 / 能源 / 地产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家电：价值逻辑反转，阵营分化（封闭生态派 vs 开放能力派 / Matter）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安防：从「记录」到「理解」，端侧 AI 芯片 70.5→361.2 亿美元（CAGR 17.75%）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能源：家庭成 VPP 节点，户用光储由硬件生意变「持续收益资产」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地产：前装智能化重构，FTTR + 数字孪生成新增资产项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第2章：存量重构（二）保险 / 医疗养老 / 教育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保险：从静态精算到动态定价，催生「机器人责任险」监管套利窗口期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医疗养老：家庭成健康第一现场，支付结构 B2B2C（长护险覆盖 3.08 亿参保人）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教育：一对一个性化辅导边际成本趋零（单节课 3–10 元）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共性：价值计量单位由「一次性交易」改写为「持续数据闭环订阅」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第3章：增量产业创造 七类新赛道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家庭 AI 服务器 / Agent OS / 具身整机 / 机器人零部件 / B2A 营销 / 家庭订阅 / 数据隐私服务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确定性最高的是「卖铲人」：端侧芯片、传感器、连接、机器人零部件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类比「宁德时代时刻」：整车未分胜负、上游已兑现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家庭 AI 服务器 / 可遗忘记忆系统仍缺权威数据，需时间验证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第4章：投资图谱 确定性金字塔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确定性分层：「卖铲人 &gt; 基础设施 &gt; 平台 &gt; 应用」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近期最确定：软件 Agent + 端侧算力芯片（边缘 AI 2025 148→796 亿美元，CAGR 19.6%）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中期：家庭 AI 服务器与感知网络；远期：具身整机（赔率高、胜率低）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一级四维评估：数据飞轮 / 入口独立性 / 安全与责任 / 商业模式切换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中国市场：制造优势 + 政策推力 + 强监管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制造：中国人形机器人出货全球份额 86.9%，核心零部件国产化率超 70%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政策：长护险覆盖 92 地区、3.08 亿参保人，B2B2C 或快于纯 C 订阅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监管：个保法 + 网络数据安全管理条例 + 拟人化互动办法 + 数据出境框架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收益与风险并存，隐私约束或影响中外生态互联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关键数据速览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全球广告支出 2025：+7.7% 至 1.1 万亿美元（首次破万亿）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Agentic Commerce 2030：3–5 万亿（McKinsey）/ 1.5 万亿（Juniper）美元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边缘 AI 推理芯片 2025→2034：148→796 亿美元，CAGR 19.6%（亚太占 38.2%）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中国人形机器人出货全球份额 2025：86.9%；长护险覆盖 3.08 亿参保人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风险与边界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信任与隐私监管：消费者「无人值守」付款信任未建；敏感个人信息单独同意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巨头通吃、安全事故寒蝉效应、付费意愿证伪、技术路线突变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端侧 AI「资本叙事与实际落地不匹配」（如豆包玩具由热转冷）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具身不及预期为真实下行风险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结论与研判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主线：「入口收租、利润上移、节奏比方向更重要」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短期最稳在「卖铲人」（端侧芯片 / 传感器 / 连接 / 机器人零部件）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中国市场制造与政策红利突出，但强监管不可忽视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声明：本章为方向性分析，非个股推荐，不构成投资建议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