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 家庭管家 Agent 发展趋势研究报告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 WorkBuddy 的 AI Agent 在家庭管家（Home Assistant）应用方向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日期：2026-07-24    |    系列发布 · 第 2 篇（活跃发布序列）    |    带 40+ 权威来源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研究背景与核心问题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语音助手在家庭场景渗透率已破半数，却仍停留在「应答工具」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核心问题：AI 能否从「应答工具」升级为真正替用户打理生活的「家庭管家」？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时效窗口锚定 2024–2026，沿五条主线展开：定义 / 架构 / 市场 / 信任 / 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三大核心判断（论证主轴）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底座已就位：云边协同、协议收敛（MCP+Matter）、端侧小模型在 2024–25 集中落地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市场增长多口径共振，CAGR 22.5%–28.9%，但口径不可直接相加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真正的瓶颈是「信任」而非「智能」：隐私敏感、提示注入致物理越权、责任归属缺位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报告框架（五章）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定义辨析与能力范式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技术架构与关键能力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③ 市场格局与主要参与者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④ 隐私、伦理与标准挑战（信任基建）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⑤ 未来发展趋势与展望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定义与能力范式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五要素：LLM 推理中枢 / 工具调用(MCP) / 多模态感知 / 长期记忆 / 主动式服务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与传统中枢根本差异：从被动声控 →「感知-推理-规划-执行-记忆」闭环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范式跃迁：响应式 → 主动式（household manager / private tutor / family therapist）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价值在于「主动」，但「主动」须以可信与可治理为前提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技术架构与关键能力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五环节闭环：感知 → 推理 → 规划 → 执行 → 记忆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云边协同：云端复杂推理 + 端侧隐私/低延迟（MiMo、Llama 3 端侧化）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标准化：MCP（工具调用「USB-C」）、Matter 1.5、Thread 1.4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RAG 长期记忆 + 多智能体分工突破单 Agent 能力上限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③ 市场格局与主要参与者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多口径增长：TrendX 98.2→965 亿美元(CAGR 28.9%)；Precedence 181→1712.9 亿(CAGR 25.2%)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海外：Google / Amazon / Apple / Samsung(Ballie 陪伴机器人)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国内三条路线：大模型厂 / 硬件终端厂 / 垂直创业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乐观叙事 vs「伪智能 / 隐私」批评并存（江苏消保委 42.6% 疑被监听）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④ 信任基建（从「能用」到「敢用」）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隐私：常时感知 vs 数据最小化（NIST 调查、江苏消保委 42.60%）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伦理：自主决策权与责任归属（养老「辅助不替代」行业共识）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标准碎片化：Matter 跨品牌兼容五大痛点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安全：提示注入从数字风险跃迁为物理安全风险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监管：EU AI Act、中国《网络数据安全管理条例》已设生成式 AI 专条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⑤ 未来发展趋势与展望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技术：云边协同 + 协议收敛 + 端侧小模型普及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产品：语音助手 → 主动式 Agent → 具身机器人（Ballie 因定价/交互推迟）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市场：多口径共振但不可直接相加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标准：Matter/Thread（设备层）+ MCP（智能层）双栈收敛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治理：提示注入防御 + 责任归属 + 监管落地三线并进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关键数据速览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全球 AI in Smart Home：2025 年 98.2 亿 → 2034 年 965 亿美元（CAGR 28.9%）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提示注入攻击：Black Hat 2025 披露 14 种针对 Gemini 的间接注入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NIST：401 名用户将语音助手视为「最成问题」设备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江苏消保委：42.60% 用户疑日常对话被监听或录音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EU AI Act：2024-08-01 生效，2026-08-02 全面适用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结论与研判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技术底座已就位但需收敛（Matter 与 MCP 家庭场景尚未完全打通）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市场资金面真实但口径需谨慎，不可直接相加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产品从「你问我答」转向「我替你做」，落地存在时差（Ballie 推迟为证）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真正瓶颈是信任基建而非智能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研判：家庭管家 Agent 的普及，不取决于多「聪明」，而取决于多「可信」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参考资料与下一步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40+ 权威来源：Anthropic / NIST / CSA / IDC / EU / 新华社 / 江苏消保委 / 三星 / 小米等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系列：AI 家庭智能体调研（共 9 篇，8 篇活跃发布 + 1 篇仅沉淀）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下一步关注：MCP × Matter 收敛进度、端侧小模型成本曲线、提示注入防御与问责机制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