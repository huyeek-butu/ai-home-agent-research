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开源持续学习的大模型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以家庭 AI Agent 为落地场景：范式革命 · 数据主权 · 权力格局（2024–2026）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日期：2026-07-25    |    系列发布 · 第 5 篇深度调研    |    5 章 · 90+ 权威引用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持续学习（CL）从论文走向可部署：抗遗忘开源模型 + 端侧化本地训练 + 权重演化生态，重塑「模型发布即冻结」范式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家庭 AI Agent 仅作落地观察场景，用以检验大模型技术走向消费级现实的一条路径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三条强断言（预训练壁垒贬值 / 订阅瓦解 / RAG 消亡）均属受争议命题，本报告平衡呈现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核心定调：机制可行、现实受限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第1章 范式革命与端侧化机制可行性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持续学习三类路径：架构式（O-LoRA 正交子空间）/ 正则化式（EWC、LwF）/ 回放式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抗遗忘已可证（Guo 等 2025）；参数化 RAG 把知识固化进权重（较标准 RAG +2.5–6 F1）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端侧推理常态：Llama / Mistral / Qwen2.5 / Gemma3 / Phi-4 经 Ollama / llama.cpp 本地运行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边界：7B–14B 可推理；70B+ 需多卡 / 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第1章 端侧可行性关键指标（数据摘要）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MeBP（Apple）：iPhone 15 Pro Max 上 &lt;1GB 内存微调 0.5B–4B 模型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NVIDIA Jetson AGX Thor：2070 FP4 TFLOPS、128GB 显存、40–130W（需主动散热）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Apple 设备端基础模型：约 3B 参数、2bpw 量化，仅开放 rank-32 适配器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小米 Miloco：MiMo-VL-Miloco-7B 端侧 VLM，视觉数据不出户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结论：当前可行 = 0.5B–7B 量级、低频、授权级轻量适配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 重塑家庭 Agent 三阶段路径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阶段一·养成人格：MemoryOS 分层人格记忆（LoCoMo F1 +49.11%）；Miloco 打通近 10 亿 IoT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阶段二·本地训练场：MeBP 反向传播微调；O-LoRA / EWC 记忆分层；Jetson 128GB 显存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阶段三·Sim-to-Real：GR00T / R²D²（NeRD、VT-Refine）/ RLinf / LimX 打通仿真→真机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第2章 三阶段重塑的「受争议」边界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养成人格（阶段一）：记忆层证据充分、权重层受争议（Apple 不用私人数据训练）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本地训练场（阶段二）：原型验证，受显存带宽掣肘（全量微调峰值 &gt;20GB 显存）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Sim-to-Real（阶段三）：研究热、落地冷，训练在 Isaac Sim，Jetson 负责部署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进化节奏：「记忆/适配器快变 + 核心权重慢变」分层，而非无代价实时突变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第3章 RAG vs 权重即记忆 —— 混合记忆真实图景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「RAG 消亡」是周期性媒体叙事（Kiela 反驳：参数化 + 非参数化最佳组合）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参数化 RAG（PRAG）较标准 RAG +2.5–6 F1；DyPRAG 把 20k token 压到 &lt;500、提速 2–3×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热记忆（日程/偏好）内化进参数，冷知识（手册/档案）留外部检索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反证：灾难性遗忘、上下文悬崖（&gt;32k 跌破 50%）、TB 级知识库仍需检索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第3章 家庭数据主权与「可学习 OS」边界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本地化隐私收益：Miloco 视觉数据端侧计算；MIRIX 存本地 SQLite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但云端仍主导训练 / 迭代 / 长上下文（TrendForce：云边混合主流）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「可学习 OS」（MemGPT / MemOS / MIRIX）仍是隐喻：依赖向量库 / 图库，训练主导权在云端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现实路径：本地编码 + 云边协同，非纯本地化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第4章 权力格局与商业模式冲击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预训练壁垒贬值【受争议】：反方——云端训练仍居价值高地；OpenAI 订阅扩张（周活 9 亿、付费 5000 万、ARR &gt;250 亿美元）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API / 订阅冲击：买断 + 本地进化、Red Hat 模式（开源 + 服务收费）；但多数开源大模型尚未跑通盈利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硬件厂商「起义」：Apple / Miloco / 机器人端侧「烧模型」，主权集中在推理与个性化层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训练算力仍高度集中于 NVIDIA 与云厂商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第5章 新风险、护栏新赛道与投资再分配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新风险：开源武器化（RSFT / RPO 逆转对齐、解码攻击）、价值观漂移、遗忘残余、能耗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护栏新赛道：LlamaFirewall（PromptGuard2 / Agent Alignment / CodeShield）+ 端侧「免疫系统」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投资再分配：定价权从模型层 → 框架层（EWC / LwF / LoRA）→ 端侧训练芯片层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资本向边缘 AI / 端侧芯片集中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关键数据速览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边缘 AI：TrendForce 360→840 亿美元（2025–2029, CAGR 23.5%）；BCC 87→568 亿美元（CAGR 36.9%）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中国端侧 AI：2,500 亿元 → 1.2 万亿元（2025–2030, CAGR 30.8%）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自主 AI 智能家居：181 → 1,712.9 亿美元（2025–2035, CAGR 25.20%）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MeBP：&lt;1GB 微调 0.5B–4B；Jetson Thor 2070 FP4 TFLOPS / 128GB 显存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机制可行、现实受限：持续学习提供抗遗忘工具箱，但规模止于 0.5B–7B、四重边界（算力/能耗/显存/散热）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三条强断言均受争议：壁垒未瓦解、RAG 与权重混合协同、订阅未消亡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安全责任下沉本地，催生端侧护栏新赛道（LlamaFirewall 式）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「安卓时刻」更接近价值向框架层与芯片层的「部分再分配」，非全面权力转移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